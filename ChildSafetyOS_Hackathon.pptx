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ChildSafetyOS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0AEC0"/>
                </a:solidFill>
              </a:defRPr>
            </a:pPr>
            <a:r>
              <a:t>AI-Powered Parental Control at the OS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667EEA"/>
                </a:solidFill>
              </a:defRPr>
            </a:pPr>
            <a:r>
              <a:t>"Protecting children online, empowering parents everywhere."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Digital World Isn't Built for Children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93% of children aged 8-12 have access to smartphones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56% have already encountered inappropriate content online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Explicit content is just 2 clicks away on any search engine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Traditional parental controls fail - kids bypass them in minutes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Parents have zero visibility into what their children actually see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Current Parental Controls Are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Why Existing Solutions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App-level blockers - Can be uninstalled or bypassed easily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DNS filters only - Miss images, videos, embedded content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Keyword blockers - No context understanding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No real-time AI - Static lists can't catch new explicit content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Zero visibility - Parents don't know what's actually happening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ChildSafetyOS: Protection That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OS-Level Protection - Works at system level, cannot be bypassed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Real-Time AI Analysis - Text and images analyzed instantly on-device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Parent Dashboard - Live visibility into blocks, alerts, and activity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Tamper-Proof - Settings and Play Store locked, only parents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1E6D9"/>
                </a:solidFill>
                <a:latin typeface="Consolas"/>
              </a:defRPr>
            </a:pPr>
            <a:r>
              <a:t>CHILD'S DEVICE</a:t>
            </a:r>
            <a:br/>
            <a:r>
              <a:t>Browser/App  --&gt;  VPN Filter  --&gt;  AI Engine  --&gt;  Block/Allow</a:t>
            </a:r>
            <a:br/>
            <a:br/>
            <a:r>
              <a:t>                        |</a:t>
            </a:r>
            <a:br/>
            <a:r>
              <a:t>                        v</a:t>
            </a:r>
            <a:br/>
            <a:r>
              <a:t>              </a:t>
            </a:r>
            <a:br/>
            <a:r>
              <a:t>               CLOUD BACKEND</a:t>
            </a:r>
            <a:br/>
            <a:r>
              <a:t>        Firebase - Events - Alerts</a:t>
            </a:r>
            <a:br/>
            <a:br/>
            <a:r>
              <a:t>                        |</a:t>
            </a:r>
            <a:br/>
            <a:r>
              <a:t>                        v</a:t>
            </a:r>
            <a:br/>
            <a:br/>
            <a:r>
              <a:t>              PARENT DASHBOARD</a:t>
            </a:r>
            <a:br/>
            <a:r>
              <a:t>          Stats - Logs -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What ChildSafetyOS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VPN Protection - All traffic filtered at OS level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Domain Blocking - 100+ categories blocked (adult, gambling, drugs)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AI Image Detection - NSFW images detected in real-time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Text Analysis - Explicit keywords and context detected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Settings Lock - Children cannot access Settings or Play Store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Parent Dashboard - Live visibility and control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Instant Alerts - Email notification for critical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How AI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Smart Protection, Not Just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Text Analysis - Detects explicit keywords with context understanding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Image Classification - TensorFlow Lite model runs ON DEVICE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Privacy First - No images ever sent to cloud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Age-Based Thresholds: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   Child (Under 13): Maximum protection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   Teen (13-17): Strong protection, allows mature themes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   Adult (18+): Relaxed, still blocks explicit porn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Live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What Happens in Milliseconds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Step 1: Child opens a website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Step 2: Traffic intercepted at OS level (VPN)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Step 3: Domain checked against blocklist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Step 4: AI analyzes images and text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Step 5: Decision made in &lt;500ms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Step 6: ALLOW or BLOCK (with explanation)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Step 7: Event logged - Parent dashboard updates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Step 8: If critical - Parent gets email alert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Built for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Android - Kotlin + Jetpack Compose (Native modern UI)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VPN Service - Android VpnService API (OS-level interception)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AI/ML - TensorFlow Lite (On-device classification)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Backend - Firebase + Firestore (Real-time database)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Cloud Functions - Node.js (Email alerts, server processing)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Dashboard - HTML/JS + Firebase SDK (Parent monitoring)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Privacy &amp; Safety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Protection Without Surveillance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No images stored - AI runs on-device, images never uploaded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Metadata only - We log 'blocked at URL' not actual content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Encrypted communication - All sync uses HTTPS/TLS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DPDP Compliant - Data deletion available on request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No tracking - We don't sell or share any data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Parent-controlled - Only parents decide what's blocked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Parent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Real-Time Visibility &amp;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Live Statistics - Blocked vs Allowed, top domains, hourly activity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Activity Logs - Every block recorded with reason and timestamp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Controls - Age mode, category toggles, custom allowlist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Alerts - Instant email for critical events, daily summary option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This isn't surveillance - it's informed, modern parenting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Technical Challenges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This Was Hard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OS-level interception - VPN Service API with packet routing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Real-time ML on device - TensorFlow Lite optimized models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Low latency decisions - &lt;500ms including network + AI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Accuracy vs speed - Perceptual hashing + ML pipeline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Tamper resistance - Device Admin + Accessibility Service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t>Battery efficiency - Smart caching, rate limiting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Demo &amp;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What's Working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E2E8F0"/>
                </a:solidFill>
              </a:defRPr>
            </a:pPr>
            <a:r>
              <a:t>VPN-based traffic filtering - Fully functional</a:t>
            </a:r>
          </a:p>
          <a:p>
            <a:pPr>
              <a:spcBef>
                <a:spcPts val="1200"/>
              </a:spcBef>
              <a:defRPr sz="1800">
                <a:solidFill>
                  <a:srgbClr val="E2E8F0"/>
                </a:solidFill>
              </a:defRPr>
            </a:pPr>
            <a:r>
              <a:t>Domain blocking (100+ categories) - Complete</a:t>
            </a:r>
          </a:p>
          <a:p>
            <a:pPr>
              <a:spcBef>
                <a:spcPts val="1200"/>
              </a:spcBef>
              <a:defRPr sz="1800">
                <a:solidFill>
                  <a:srgbClr val="E2E8F0"/>
                </a:solidFill>
              </a:defRPr>
            </a:pPr>
            <a:r>
              <a:t>AI image detection - On-device TFLite model working</a:t>
            </a:r>
          </a:p>
          <a:p>
            <a:pPr>
              <a:spcBef>
                <a:spcPts val="1200"/>
              </a:spcBef>
              <a:defRPr sz="1800">
                <a:solidFill>
                  <a:srgbClr val="E2E8F0"/>
                </a:solidFill>
              </a:defRPr>
            </a:pPr>
            <a:r>
              <a:t>Safe Browser - Custom browser with content filtering</a:t>
            </a:r>
          </a:p>
          <a:p>
            <a:pPr>
              <a:spcBef>
                <a:spcPts val="1200"/>
              </a:spcBef>
              <a:defRPr sz="1800">
                <a:solidFill>
                  <a:srgbClr val="E2E8F0"/>
                </a:solidFill>
              </a:defRPr>
            </a:pPr>
            <a:r>
              <a:t>Settings Lock - Accessibility Service blocking Settings/Play Store</a:t>
            </a:r>
          </a:p>
          <a:p>
            <a:pPr>
              <a:spcBef>
                <a:spcPts val="1200"/>
              </a:spcBef>
              <a:defRPr sz="1800">
                <a:solidFill>
                  <a:srgbClr val="E2E8F0"/>
                </a:solidFill>
              </a:defRPr>
            </a:pPr>
            <a:r>
              <a:t>Firebase logging - Real-time event sync</a:t>
            </a:r>
          </a:p>
          <a:p>
            <a:pPr>
              <a:spcBef>
                <a:spcPts val="1200"/>
              </a:spcBef>
              <a:defRPr sz="1800">
                <a:solidFill>
                  <a:srgbClr val="E2E8F0"/>
                </a:solidFill>
              </a:defRPr>
            </a:pPr>
            <a:r>
              <a:t>Parent dashboard - Live stats and activity logs</a:t>
            </a:r>
          </a:p>
          <a:p>
            <a:pPr>
              <a:spcBef>
                <a:spcPts val="1200"/>
              </a:spcBef>
              <a:defRPr sz="1800">
                <a:solidFill>
                  <a:srgbClr val="E2E8F0"/>
                </a:solidFill>
              </a:defRPr>
            </a:pPr>
            <a:r>
              <a:t>Email alerts - Cloud Function triggers on critical events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Impact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Who Benefits?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Parents - Peace of mind, visibility without surveillance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Schools - Managed devices, compliance, central dashboard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Device Manufacturers - Built-in safety for 'kid-safe' devices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Government/Policy - Tool for child protection regulations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0AEC0"/>
                </a:solidFill>
              </a:defRPr>
            </a:pPr>
            <a:r>
              <a:t>Where We're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Q1 2026 - YouTube filtering, Screen time management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Q2 2026 - Multi-device family support, iOS version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Q3 2026 - School admin dashboard, Custom policy templates</a:t>
            </a:r>
          </a:p>
          <a:p>
            <a:pPr>
              <a:spcBef>
                <a:spcPts val="1200"/>
              </a:spcBef>
              <a:defRPr sz="2200">
                <a:solidFill>
                  <a:srgbClr val="E2E8F0"/>
                </a:solidFill>
              </a:defRPr>
            </a:pPr>
            <a:r>
              <a:t>Beyond - Federated learning, Grooming detection, Geofencing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C8181"/>
                </a:solidFill>
              </a:defRPr>
            </a:pPr>
            <a:r>
              <a:t>The Problem: Children are exposed to harmful content. Current solutions don't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1E6D9"/>
                </a:solidFill>
              </a:defRPr>
            </a:pPr>
            <a:r>
              <a:t>Our Solution: OS-level protection with real-time AI that cannot be bypassed.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AE6B4"/>
                </a:solidFill>
              </a:defRPr>
            </a:pPr>
            <a:r>
              <a:t>The Result: Parents get peace of mind. Children get safety. Privacy preserved.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 b="1">
                <a:solidFill>
                  <a:srgbClr val="667EEA"/>
                </a:solidFill>
              </a:defRPr>
            </a:pPr>
            <a:r>
              <a:t>"Protecting the next generation, one device at a time."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